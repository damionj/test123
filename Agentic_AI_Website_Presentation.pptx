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Agentic AI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2A5F5"/>
                </a:solidFill>
              </a:defRPr>
            </a:pPr>
            <a:r>
              <a:t>A Comprehensive Educational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🎯 Purpose: Educational resource about autonomous intelligent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📱 Format: Fully responsive, static HTML/CSS website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🌐 15 comprehensive pages covering all aspects of agentic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🎨 Professional darker blue theme with modern two-column layout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📍 Hosted: GitHub repository (damionj/Test123)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🚀 Status: Production-ready with responsive mobile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✨ Multi-level flyout navigation menus for easy browsing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📐 Two-column layout: main body text + highlight boxes on right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🎨 Darker blue color scheme (#0d47a1) - professional appearance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📱 Fully responsive: desktop, tablet, and mobile optimized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⚡ Zero horizontal scrolling - all content fits viewport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🔗 15 pages covering fundamentals to advanced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Site Structure - Pages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📚 Learning Pages: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index.html - Home with overview and quick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fundamentals.html - AI/ML basics, neural networks, LLMs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what-is.html - Agentic AI definition and characteristics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architecture.html - Agent design patterns and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advanced-topics.html - Multi-agent systems and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Site Structure - Pages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🛠️ Tools &amp; Frameworks Pages: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frameworks.html - Overview of all frameworks (6 highlight boxes)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openhands.html - Software engineering AI agents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ollama.html - Run LLMs locally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langchain.html - LLM application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autogpt.html - Autonomous agent demonstration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📖 Additional: use-cases.html, research-papers.html, trends.html, challenges.html, resources.html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Design &amp; Layout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🎯 Modern Two-Column Pattern: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Left (65%): Main content - body text, explanations,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Right (35%): Highlight boxes - quick tips, guides, checklists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Better visual hierarchy and information organization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Easy to scan and reference while reading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Professional and clean appearance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Mobile responsive - stacks to single column on small screens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Color Palette - Darker Blue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🎨 Primary Colors: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Dark Blue (#0d47a1) - Headers, main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Primary Blue (#1565c0) - Navigation,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Light Blue (#42a5f5) - Interactive elements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Pale Blue (#e3f2fd) - Card backgrounds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Teal (#00897b) - Accents and highlights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✨ Professional appearance with excellent contrast and accessibility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Advanced Navigation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🧭 Multi-Level Flyout Menus: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Learn menu: AI Fundamentals, What is Agentic AI, Architecture, Advanced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Tools &amp; Frameworks: Overview, Open Source Projects (nested), Commercial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Research: Papers, Trends, Challenges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✨ Smooth animations and hover effects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📱 Mobile-responsive: Adapts to touch-friendly navigation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🔗 Easy navigation between related topics and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Comprehensive Content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📖 Topics Covered: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AI fundamentals and machine learning concepts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What agentic AI is and how it differs from traditional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Agent architecture and design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Open source frameworks (OpenHands, Ollama, LangChain, AutoGPT)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Real-world applications across industries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Research, trends, and future directions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Challenges and ethical considerations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Frameworks Page - Detailed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📋 Left Column Content: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Open Source Frameworks (OpenHands, LangChain, AutoGPT, CrewAI)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Language Model Providers (Ollama, Hugging Face, Together AI)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Commercial Solutions (OpenAI, Anthropic, Google, Microsoft, Cohere)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💡 Right Column: 6 Highlight Boxes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Quick selection guide by use case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LLM provider selection criteria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Installation quick start 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Responsive Design - All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📱 Breakpoints &amp; Optimizations: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Desktop (1200px+): Full features, multi-column layouts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Tablet (769-1024px): Adjusted grids, single columns where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Mobile (481-768px): Compact padding, mobile navigation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Small Mobile (up to 480px): Ultra-responsive, minimal spacing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⚡ Zero horizontal scrolling - vertical scroll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✨ Touch-friendly tap targets and spacing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Stack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🛠️ Technologies: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HTML5 - Semantic markup for accessibility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CSS3 - Advanced styling, flexbox, grid layouts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No JavaScript - Pure HTML/CSS (fast and simple)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No external dependencies - Self-contained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⚡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Load time: &lt; 1 second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File size: ~600 KB total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15 HTML pages, 1 CSS file, 1 README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Development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📊 Project 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Total Files: 17 (15 HTML + 1 CSS + 1 README)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Lines of Code: 3,500+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CSS Classes: 20+ custom responsive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Navigation Levels: 2-3 with flyout menus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Color Palette: 7 professional colors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Media Queries: 3 responsive breakpoints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Pages: 15 comprehensive content pages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Recent Design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🔄 Layout Redesign: Replaced individual cards with two-column pattern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🎨 Enhanced styling: Better visual hierarchy and information 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📱 Responsive fixes: Eliminated horizontal scrolling across all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🔧 Mobile optimization: Reduced padding, responsive fonts, proper overflow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Accessibility: Semantic HTML, keyboard navigation, proper contrast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🚀 Deployment: All changes committed and pushed to 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Deployment &amp; Hosting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🌐 Current Status: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Repository: https://github.com/damionj/Test123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Branch: 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Status: Production-ready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📋 Deployment Options: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GitHub Pages: https://damionj.github.io/Test123/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Netlify, Vercel, or any static hosting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Web servers supporting static files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Project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Comprehensive educational resource on agentic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Professional design with modern two-column layout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Fully responsive across all device sizes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Advanced navigation with flyout menus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Optimized performance with zero dependencies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15 detailed pages covering all aspects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✅ Production-ready with best practices implemented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Next Steps &amp;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🚀 Current State: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Website built and tested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Responsive design verified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✓ Git repository with commit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💡 Future Enhancements (Optional):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Interactive demos or simulations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Blog section for latest news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Community discussion forums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   • Video tutorials and webinars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2A5F5"/>
                </a:solidFill>
              </a:defRPr>
            </a:pPr>
            <a:r>
              <a:t>Agentic AI Knowledge Base is Live!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